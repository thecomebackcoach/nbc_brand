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-6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Nick Banks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832104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777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1C1B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CONSULTING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52160" y="502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Date  /  Location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spc="-25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Workshop title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One-line description of what this workshop is and why it matters.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Facilitated by Nick Banks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1B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spc="-15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 we're doing today.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Why we're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we mean by 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291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Working in groups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we noticed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Commitments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7800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Close and next steps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5780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782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 - replace in footer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1B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PART 01  /  GROUNDING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spc="-7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Why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7782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 - replace in footer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1B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Good work gets stuck because people are carrying different versions of the plan.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this with the framing for your session. One headline argument, then a short paragraph that gives shape to the conversation that follows. Keep it tight.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782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 - replace in footer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1B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REFLECT  /  10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15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 does good work feel like when it is actually happening?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quietly for 3 minutes. Then turn to the person beside you and share for 5. We'll come back together at the end.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782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 - replace in footer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1B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PART 02  /  THE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spc="-7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7782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 - replace in footer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1B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Three things that change when a team gets clarity.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  /  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gets named gets discussed.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spc="2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  /  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gets discussed gets decided.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spc="2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  /  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gets decided gets done.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960120"/>
            <a:ext cx="2743200" cy="3017520"/>
          </a:xfrm>
          <a:prstGeom prst="rect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5E5D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IMAGE  /  PLACEHOLDER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782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 - replace in footer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1B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Two ways the same work can show up.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0" y="2103120"/>
            <a:ext cx="0" cy="201168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WITHOUT CLARITY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 scattered. Decisions revisited. The same conversation showing up in different rooms with different conclusions.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2157984"/>
            <a:ext cx="82296" cy="82296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 CLARITY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2423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 focused. Decisions held. The same answer travels with the team and the work moves forward together.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 - replace in footer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CE7D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QUOTE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100" kern="0" dirty="0">
                <a:solidFill>
                  <a:srgbClr val="ECE7D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“The goal is not a beautiful plan that sits on a shelf. The goal is useful momentum.”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365760" cy="0"/>
          </a:xfrm>
          <a:prstGeom prst="line">
            <a:avLst/>
          </a:prstGeom>
          <a:noFill/>
          <a:ln w="15240">
            <a:solidFill>
              <a:srgbClr val="D93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767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CE7D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Replace with attribution or source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3A39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ECE7D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E7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 - replace in footer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CE7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1B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ACTIVITY  /  45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Working in groups.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15184" cy="2194560"/>
          </a:xfrm>
          <a:prstGeom prst="rect">
            <a:avLst/>
          </a:prstGeom>
          <a:solidFill>
            <a:srgbClr val="F5F1E8"/>
          </a:solidFill>
          <a:ln w="6350">
            <a:solidFill>
              <a:srgbClr val="BDB8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pc="-6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Map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9352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person writes the three things that pull at their attention most weeks. Quietly, no editing.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8416" y="2148840"/>
            <a:ext cx="2615184" cy="2194560"/>
          </a:xfrm>
          <a:prstGeom prst="rect">
            <a:avLst/>
          </a:prstGeom>
          <a:solidFill>
            <a:srgbClr val="F5F1E8"/>
          </a:solidFill>
          <a:ln w="6350">
            <a:solidFill>
              <a:srgbClr val="BDB8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2377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02736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pc="-6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Compare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02736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9352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15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02736" y="33832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groups of three, compare lists. Where do you overlap? Where do you diverge? Notice which way the surprises run.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8192" y="2148840"/>
            <a:ext cx="2615184" cy="2194560"/>
          </a:xfrm>
          <a:prstGeom prst="rect">
            <a:avLst/>
          </a:prstGeom>
          <a:solidFill>
            <a:srgbClr val="F5F1E8"/>
          </a:solidFill>
          <a:ln w="6350">
            <a:solidFill>
              <a:srgbClr val="BDB8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377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pc="-6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Surface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9352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 min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82512" y="33832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group brings one observation back to the room. We build the picture together.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782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 - replace in footer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1B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PART 03  /  COMMITMENTS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spc="-45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Now what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7782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 - replace in footer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1B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COMMITMENTS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 we agreed.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212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WE'LL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0" y="2212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WHO'S DOING 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22128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5C5A5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BY WHEN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70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with the first commitment from the workshop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name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26700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27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with the second commitment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3127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name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31272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84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with the third commitment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584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name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3584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BDB8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0A0A0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782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 - replace in footer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CE7D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spc="-350" kern="0" dirty="0">
                <a:solidFill>
                  <a:srgbClr val="ECE7D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7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Notes, slides, and follow-ups will land in your inbox by end of week.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ECE7D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nick@nickbanksconsulting.com</a:t>
            </a:r>
            <a:pPr indent="0" marL="0">
              <a:buNone/>
            </a:pPr>
            <a:r>
              <a:rPr lang="en-US" sz="1100" dirty="0">
                <a:solidFill>
                  <a:srgbClr val="5C5A53"/>
                </a:solidFill>
              </a:rPr>
              <a:t>    -    </a:t>
            </a:r>
            <a:pPr indent="0" marL="0">
              <a:buNone/>
            </a:pPr>
            <a:r>
              <a:rPr lang="en-US" sz="1100" spc="100" kern="0" dirty="0">
                <a:solidFill>
                  <a:srgbClr val="ECE7D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778.987.5230</a:t>
            </a:r>
            <a:pPr indent="0" marL="0">
              <a:buNone/>
            </a:pPr>
            <a:r>
              <a:rPr lang="en-US" sz="1100" dirty="0">
                <a:solidFill>
                  <a:srgbClr val="5C5A53"/>
                </a:solidFill>
              </a:rPr>
              <a:t>    -    </a:t>
            </a:r>
            <a:pPr indent="0" marL="0">
              <a:buNone/>
            </a:pPr>
            <a:r>
              <a:rPr lang="en-US" sz="1100" spc="100" kern="0" dirty="0">
                <a:solidFill>
                  <a:srgbClr val="ECE7D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nickbanksconsulting.com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3A39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ECE7D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E7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 - replace in footer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8096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CE7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Nick Banks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NBC Workshop Template</dc:title>
  <dc:subject>PptxGenJS Presentation</dc:subject>
  <dc:creator>Nick Banks Consulting</dc:creator>
  <cp:lastModifiedBy>Nick Banks Consulting</cp:lastModifiedBy>
  <cp:revision>1</cp:revision>
  <dcterms:created xsi:type="dcterms:W3CDTF">2026-04-26T16:43:44Z</dcterms:created>
  <dcterms:modified xsi:type="dcterms:W3CDTF">2026-04-26T16:43:44Z</dcterms:modified>
</cp:coreProperties>
</file>