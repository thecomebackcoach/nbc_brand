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NICK BANKS CONSULTING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12280" y="411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VICTORIA, BC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spc="-2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Strategy with a pulse.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leadership support for organizations doing work that matters.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fresh, current, ai-fluent. grounded, human, useful.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WE BELIEVE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8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Most organizations don't need another framework. They need clarity, a system that fits, and someone to help them follow through.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the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1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Strategy, structure, leadership, and culture, brought into the same conversation.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the tools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1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AI-fluent, build-first. Airtable, automations, working systems. Not just decks.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0"/>
            <a:ext cx="402336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20000" spc="-400" kern="0" dirty="0">
                <a:solidFill>
                  <a:srgbClr val="5C2118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spc="-4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Who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the part where you find out if i'm your kind of consultant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spc="-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Twenty years across healthcare, manufacturing, housing, hospitality, and creative.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I've been the calm adult in the room. The translator between strategy and culture. The person who turns a workshop into something a team actually uses on Monday morning.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365760"/>
            <a:ext cx="3886200" cy="4114800"/>
          </a:xfrm>
          <a:prstGeom prst="rect">
            <a:avLst/>
          </a:prstGeom>
          <a:solidFill>
            <a:srgbClr val="1F2024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194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A5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PORTRAIT / DROP HERE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Nick Banks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Consultant, facilitator, fractional executive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0"/>
            <a:ext cx="402336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20000" spc="-400" kern="0" dirty="0">
                <a:solidFill>
                  <a:srgbClr val="5C2118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spc="-4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the actual work, named four ways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THE WORK SHOWS 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8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Four pillars. One conversation.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892808" cy="0"/>
          </a:xfrm>
          <a:prstGeom prst="line">
            <a:avLst/>
          </a:prstGeom>
          <a:noFill/>
          <a:ln w="12700">
            <a:solidFill>
              <a:srgbClr val="D935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7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Clarity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189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Strategy, planning, and direction. Help teams name what matters and decide what's next.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828800"/>
            <a:ext cx="1892808" cy="0"/>
          </a:xfrm>
          <a:prstGeom prst="line">
            <a:avLst/>
          </a:prstGeom>
          <a:noFill/>
          <a:ln w="12700">
            <a:solidFill>
              <a:srgbClr val="D93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33172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7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Care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2971800"/>
            <a:ext cx="189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Culture, leadership, and people. Make values useful in everyday decisions.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1892808" cy="0"/>
          </a:xfrm>
          <a:prstGeom prst="line">
            <a:avLst/>
          </a:prstGeom>
          <a:noFill/>
          <a:ln w="12700">
            <a:solidFill>
              <a:srgbClr val="D93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33172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7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Structure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26280" y="2971800"/>
            <a:ext cx="189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Systems, operations, and tools. Build the structure around the work.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1828800"/>
            <a:ext cx="1892808" cy="0"/>
          </a:xfrm>
          <a:prstGeom prst="line">
            <a:avLst/>
          </a:prstGeom>
          <a:noFill/>
          <a:ln w="12700">
            <a:solidFill>
              <a:srgbClr val="D93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96596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33172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spc="-7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Momentum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37960" y="2971800"/>
            <a:ext cx="189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Implementation, coaching, and follow-through. Useful momentum, not beautiful plans.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RECENT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8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it looks like in practice.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15184" cy="2606040"/>
          </a:xfrm>
          <a:prstGeom prst="rect">
            <a:avLst/>
          </a:prstGeom>
          <a:solidFill>
            <a:srgbClr val="0E0E0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2615184" cy="0"/>
          </a:xfrm>
          <a:prstGeom prst="line">
            <a:avLst/>
          </a:prstGeom>
          <a:noFill/>
          <a:ln w="15240">
            <a:solidFill>
              <a:srgbClr val="D93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healthcare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Culture transformation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Multi-year effort to strengthen leadership, connection, and care across a large healthcare organization. Frameworks now adapted for external delivery.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82696" y="1783080"/>
            <a:ext cx="2615184" cy="2606040"/>
          </a:xfrm>
          <a:prstGeom prst="rect">
            <a:avLst/>
          </a:prstGeom>
          <a:solidFill>
            <a:srgbClr val="0E0E0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2696" y="1783080"/>
            <a:ext cx="2615184" cy="0"/>
          </a:xfrm>
          <a:prstGeom prst="line">
            <a:avLst/>
          </a:prstGeom>
          <a:noFill/>
          <a:ln w="15240">
            <a:solidFill>
              <a:srgbClr val="D93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9659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manufacturing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65576" y="2286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Leadership system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65576" y="306324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Partnered with executive leadership to clarify vision, define expectations, and align culture with growth goals. Built tools for feedback, opportunity tracking, and succession.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2472" y="1783080"/>
            <a:ext cx="2615184" cy="2606040"/>
          </a:xfrm>
          <a:prstGeom prst="rect">
            <a:avLst/>
          </a:prstGeom>
          <a:solidFill>
            <a:srgbClr val="0E0E0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2472" y="1783080"/>
            <a:ext cx="2615184" cy="0"/>
          </a:xfrm>
          <a:prstGeom prst="line">
            <a:avLst/>
          </a:prstGeom>
          <a:noFill/>
          <a:ln w="15240">
            <a:solidFill>
              <a:srgbClr val="D93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9659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software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45352" y="2286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AI platform development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245352" y="306324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8B5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and built a personal-development and storytelling ecosystem with React, Supabase, and AI for coaching content and engagement automation.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0"/>
            <a:ext cx="402336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20000" spc="-400" kern="0" dirty="0">
                <a:solidFill>
                  <a:srgbClr val="5C2118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spc="-4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How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the way the work moves through the room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8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AI-fluent. Build-first. Human at the centre.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Listen and map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89120" y="18562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understand the moving parts before suggesting any of them should move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Name and frame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389120" y="24505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shared language is half the work; the other half is deciding what matters next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Build and test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389120" y="30449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real systems, not just slides. airtable, automations, working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Hand it over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389120" y="363931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the goal is your team uses it monday. not that you remember 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-8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What lands on your desk.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F1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plan, not a binder. The version your team can act 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culture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F1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leadership operating model, with decisions, rhythms, and a feedback loop.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systems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F1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Airtable bases, dashboards, and automations built around your real workflow.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people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F1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Coaching for leaders and teams. Real conversations, not pep talks.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facilitation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F1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Workshops and offsites that produce decisions, not just notes.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35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follow-through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2F1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support after the workshop. The part most consultants skip.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2F1E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0"/>
            <a:ext cx="4023360" cy="292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20000" spc="-400" kern="0" dirty="0">
                <a:solidFill>
                  <a:srgbClr val="5C2118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spc="-25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Now what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the part where we decide if there's a fit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2F1ED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D9352A"/>
          </a:solidFill>
          <a:ln w="12700">
            <a:solidFill>
              <a:srgbClr val="D93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5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3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91440" cy="91440"/>
          </a:xfrm>
          <a:prstGeom prst="ellipse">
            <a:avLst/>
          </a:prstGeom>
          <a:solidFill>
            <a:srgbClr val="FCEEEC"/>
          </a:solidFill>
          <a:ln w="12700">
            <a:solidFill>
              <a:srgbClr val="FCEE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CEEE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spc="-380" kern="0" dirty="0">
                <a:solidFill>
                  <a:srgbClr val="FCEEE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Let's talk.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CE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something here landed, the next move is a 30-minute conversation about your situation. No deck. No pitch.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CEE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nick@nickbanksconsulting.com   /   778.987.5230   /   nickbanksconsulting.com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6350">
            <a:solidFill>
              <a:srgbClr val="F0D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365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100" kern="0" dirty="0">
                <a:solidFill>
                  <a:srgbClr val="FCEEE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NBC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" y="4873752"/>
            <a:ext cx="64008" cy="64008"/>
          </a:xfrm>
          <a:prstGeom prst="ellipse">
            <a:avLst/>
          </a:prstGeom>
          <a:solidFill>
            <a:srgbClr val="FCEEEC"/>
          </a:solidFill>
          <a:ln w="12700">
            <a:solidFill>
              <a:srgbClr val="FCE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4736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EE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Brand deck / replace in footer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26680" y="4736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CEE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Nick Banks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 Brand Deck Template</dc:title>
  <dc:subject>PptxGenJS Presentation</dc:subject>
  <dc:creator>Nick Banks Consulting</dc:creator>
  <cp:lastModifiedBy>Nick Banks Consulting</cp:lastModifiedBy>
  <cp:revision>1</cp:revision>
  <dcterms:created xsi:type="dcterms:W3CDTF">2026-04-26T17:09:51Z</dcterms:created>
  <dcterms:modified xsi:type="dcterms:W3CDTF">2026-04-26T17:09:51Z</dcterms:modified>
</cp:coreProperties>
</file>